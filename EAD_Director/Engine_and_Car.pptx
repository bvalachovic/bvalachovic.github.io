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817403-B470-2E16-A296-1790F6FEFB51}" v="2" dt="2026-08-03T02:18:10.4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Valachovic" userId="dba2a1228c35a6b5" providerId="Windows Live" clId="Web-{80817403-B470-2E16-A296-1790F6FEFB51}"/>
    <pc:docChg chg="mod addSld delSld modSld addMainMaster delMainMaster modMainMaster modNotesMaster setSldSz">
      <pc:chgData name="Brian Valachovic" userId="dba2a1228c35a6b5" providerId="Windows Live" clId="Web-{80817403-B470-2E16-A296-1790F6FEFB51}" dt="2026-08-03T02:18:10.445" v="1"/>
      <pc:docMkLst>
        <pc:docMk/>
      </pc:docMkLst>
      <pc:sldChg chg="add">
        <pc:chgData name="Brian Valachovic" userId="dba2a1228c35a6b5" providerId="Windows Live" clId="Web-{80817403-B470-2E16-A296-1790F6FEFB51}" dt="2026-08-03T02:18:10.445" v="1"/>
        <pc:sldMkLst>
          <pc:docMk/>
          <pc:sldMk cId="0" sldId="256"/>
        </pc:sldMkLst>
      </pc:sldChg>
      <pc:sldChg chg="add">
        <pc:chgData name="Brian Valachovic" userId="dba2a1228c35a6b5" providerId="Windows Live" clId="Web-{80817403-B470-2E16-A296-1790F6FEFB51}" dt="2026-08-03T02:18:10.445" v="1"/>
        <pc:sldMkLst>
          <pc:docMk/>
          <pc:sldMk cId="0" sldId="257"/>
        </pc:sldMkLst>
      </pc:sldChg>
      <pc:sldChg chg="add">
        <pc:chgData name="Brian Valachovic" userId="dba2a1228c35a6b5" providerId="Windows Live" clId="Web-{80817403-B470-2E16-A296-1790F6FEFB51}" dt="2026-08-03T02:18:10.445" v="1"/>
        <pc:sldMkLst>
          <pc:docMk/>
          <pc:sldMk cId="0" sldId="258"/>
        </pc:sldMkLst>
      </pc:sldChg>
      <pc:sldChg chg="add">
        <pc:chgData name="Brian Valachovic" userId="dba2a1228c35a6b5" providerId="Windows Live" clId="Web-{80817403-B470-2E16-A296-1790F6FEFB51}" dt="2026-08-03T02:18:10.445" v="1"/>
        <pc:sldMkLst>
          <pc:docMk/>
          <pc:sldMk cId="0" sldId="259"/>
        </pc:sldMkLst>
      </pc:sldChg>
      <pc:sldChg chg="add">
        <pc:chgData name="Brian Valachovic" userId="dba2a1228c35a6b5" providerId="Windows Live" clId="Web-{80817403-B470-2E16-A296-1790F6FEFB51}" dt="2026-08-03T02:18:10.445" v="1"/>
        <pc:sldMkLst>
          <pc:docMk/>
          <pc:sldMk cId="0" sldId="260"/>
        </pc:sldMkLst>
      </pc:sldChg>
      <pc:sldChg chg="add">
        <pc:chgData name="Brian Valachovic" userId="dba2a1228c35a6b5" providerId="Windows Live" clId="Web-{80817403-B470-2E16-A296-1790F6FEFB51}" dt="2026-08-03T02:18:10.445" v="1"/>
        <pc:sldMkLst>
          <pc:docMk/>
          <pc:sldMk cId="0" sldId="261"/>
        </pc:sldMkLst>
      </pc:sldChg>
      <pc:sldChg chg="add">
        <pc:chgData name="Brian Valachovic" userId="dba2a1228c35a6b5" providerId="Windows Live" clId="Web-{80817403-B470-2E16-A296-1790F6FEFB51}" dt="2026-08-03T02:18:10.445" v="1"/>
        <pc:sldMkLst>
          <pc:docMk/>
          <pc:sldMk cId="0" sldId="262"/>
        </pc:sldMkLst>
      </pc:sldChg>
      <pc:sldChg chg="add">
        <pc:chgData name="Brian Valachovic" userId="dba2a1228c35a6b5" providerId="Windows Live" clId="Web-{80817403-B470-2E16-A296-1790F6FEFB51}" dt="2026-08-03T02:18:10.445" v="1"/>
        <pc:sldMkLst>
          <pc:docMk/>
          <pc:sldMk cId="0" sldId="263"/>
        </pc:sldMkLst>
      </pc:sldChg>
      <pc:sldChg chg="add">
        <pc:chgData name="Brian Valachovic" userId="dba2a1228c35a6b5" providerId="Windows Live" clId="Web-{80817403-B470-2E16-A296-1790F6FEFB51}" dt="2026-08-03T02:18:10.445" v="1"/>
        <pc:sldMkLst>
          <pc:docMk/>
          <pc:sldMk cId="0" sldId="264"/>
        </pc:sldMkLst>
      </pc:sldChg>
      <pc:sldChg chg="add">
        <pc:chgData name="Brian Valachovic" userId="dba2a1228c35a6b5" providerId="Windows Live" clId="Web-{80817403-B470-2E16-A296-1790F6FEFB51}" dt="2026-08-03T02:18:10.445" v="1"/>
        <pc:sldMkLst>
          <pc:docMk/>
          <pc:sldMk cId="0" sldId="265"/>
        </pc:sldMkLst>
      </pc:sldChg>
      <pc:sldChg chg="add">
        <pc:chgData name="Brian Valachovic" userId="dba2a1228c35a6b5" providerId="Windows Live" clId="Web-{80817403-B470-2E16-A296-1790F6FEFB51}" dt="2026-08-03T02:18:10.445" v="1"/>
        <pc:sldMkLst>
          <pc:docMk/>
          <pc:sldMk cId="0" sldId="266"/>
        </pc:sldMkLst>
      </pc:sldChg>
      <pc:sldChg chg="del replId">
        <pc:chgData name="Brian Valachovic" userId="dba2a1228c35a6b5" providerId="Windows Live" clId="Web-{80817403-B470-2E16-A296-1790F6FEFB51}" dt="2026-08-03T02:18:10.445" v="1"/>
        <pc:sldMkLst>
          <pc:docMk/>
          <pc:sldMk cId="109857222" sldId="267"/>
        </pc:sldMkLst>
      </pc:sldChg>
      <pc:sldMasterChg chg="add addSldLayout delSldLayout modSldLayout sldLayoutOrd">
        <pc:chgData name="Brian Valachovic" userId="dba2a1228c35a6b5" providerId="Windows Live" clId="Web-{80817403-B470-2E16-A296-1790F6FEFB51}" dt="2026-08-03T02:18:10.445" v="1"/>
        <pc:sldMasterMkLst>
          <pc:docMk/>
          <pc:sldMasterMk cId="0" sldId="2147483648"/>
        </pc:sldMasterMkLst>
        <pc:sldLayoutChg chg="add">
          <pc:chgData name="Brian Valachovic" userId="dba2a1228c35a6b5" providerId="Windows Live" clId="Web-{80817403-B470-2E16-A296-1790F6FEFB51}" dt="2026-08-03T02:18:10.445" v="1"/>
          <pc:sldLayoutMkLst>
            <pc:docMk/>
            <pc:sldMasterMk cId="0" sldId="2147483648"/>
            <pc:sldLayoutMk cId="0" sldId="2147483649"/>
          </pc:sldLayoutMkLst>
        </pc:sldLayoutChg>
        <pc:sldLayoutChg chg="modSp del mod ord">
          <pc:chgData name="Brian Valachovic" userId="dba2a1228c35a6b5" providerId="Windows Live" clId="Web-{80817403-B470-2E16-A296-1790F6FEFB51}" dt="2026-08-03T02:18:10.445" v="1"/>
          <pc:sldLayoutMkLst>
            <pc:docMk/>
            <pc:sldMasterMk cId="0" sldId="2147483648"/>
            <pc:sldLayoutMk cId="2385387890" sldId="2147483661"/>
          </pc:sldLayoutMkLst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2385387890" sldId="2147483661"/>
              <ac:spMk id="2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2385387890" sldId="2147483661"/>
              <ac:spMk id="3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2385387890" sldId="2147483661"/>
              <ac:spMk id="4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2385387890" sldId="2147483661"/>
              <ac:spMk id="5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2385387890" sldId="2147483661"/>
              <ac:spMk id="6" creationId="{00000000-0000-0000-0000-000000000000}"/>
            </ac:spMkLst>
          </pc:spChg>
        </pc:sldLayoutChg>
        <pc:sldLayoutChg chg="modSp del mod ord">
          <pc:chgData name="Brian Valachovic" userId="dba2a1228c35a6b5" providerId="Windows Live" clId="Web-{80817403-B470-2E16-A296-1790F6FEFB51}" dt="2026-08-03T02:18:10.445" v="1"/>
          <pc:sldLayoutMkLst>
            <pc:docMk/>
            <pc:sldMasterMk cId="0" sldId="2147483648"/>
            <pc:sldLayoutMk cId="949138452" sldId="2147483662"/>
          </pc:sldLayoutMkLst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949138452" sldId="2147483662"/>
              <ac:spMk id="2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949138452" sldId="2147483662"/>
              <ac:spMk id="3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949138452" sldId="2147483662"/>
              <ac:spMk id="4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949138452" sldId="2147483662"/>
              <ac:spMk id="5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949138452" sldId="2147483662"/>
              <ac:spMk id="6" creationId="{00000000-0000-0000-0000-000000000000}"/>
            </ac:spMkLst>
          </pc:spChg>
        </pc:sldLayoutChg>
        <pc:sldLayoutChg chg="modSp del mod ord">
          <pc:chgData name="Brian Valachovic" userId="dba2a1228c35a6b5" providerId="Windows Live" clId="Web-{80817403-B470-2E16-A296-1790F6FEFB51}" dt="2026-08-03T02:18:10.445" v="1"/>
          <pc:sldLayoutMkLst>
            <pc:docMk/>
            <pc:sldMasterMk cId="0" sldId="2147483648"/>
            <pc:sldLayoutMk cId="2591524520" sldId="2147483663"/>
          </pc:sldLayoutMkLst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2591524520" sldId="2147483663"/>
              <ac:spMk id="2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2591524520" sldId="2147483663"/>
              <ac:spMk id="3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2591524520" sldId="2147483663"/>
              <ac:spMk id="4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2591524520" sldId="2147483663"/>
              <ac:spMk id="5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2591524520" sldId="2147483663"/>
              <ac:spMk id="6" creationId="{00000000-0000-0000-0000-000000000000}"/>
            </ac:spMkLst>
          </pc:spChg>
        </pc:sldLayoutChg>
        <pc:sldLayoutChg chg="modSp del mod ord">
          <pc:chgData name="Brian Valachovic" userId="dba2a1228c35a6b5" providerId="Windows Live" clId="Web-{80817403-B470-2E16-A296-1790F6FEFB51}" dt="2026-08-03T02:18:10.445" v="1"/>
          <pc:sldLayoutMkLst>
            <pc:docMk/>
            <pc:sldMasterMk cId="0" sldId="2147483648"/>
            <pc:sldLayoutMk cId="1203092039" sldId="2147483664"/>
          </pc:sldLayoutMkLst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1203092039" sldId="2147483664"/>
              <ac:spMk id="2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1203092039" sldId="2147483664"/>
              <ac:spMk id="3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1203092039" sldId="2147483664"/>
              <ac:spMk id="4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1203092039" sldId="2147483664"/>
              <ac:spMk id="5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1203092039" sldId="2147483664"/>
              <ac:spMk id="6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1203092039" sldId="2147483664"/>
              <ac:spMk id="7" creationId="{00000000-0000-0000-0000-000000000000}"/>
            </ac:spMkLst>
          </pc:spChg>
        </pc:sldLayoutChg>
        <pc:sldLayoutChg chg="modSp del mod ord">
          <pc:chgData name="Brian Valachovic" userId="dba2a1228c35a6b5" providerId="Windows Live" clId="Web-{80817403-B470-2E16-A296-1790F6FEFB51}" dt="2026-08-03T02:18:10.445" v="1"/>
          <pc:sldLayoutMkLst>
            <pc:docMk/>
            <pc:sldMasterMk cId="0" sldId="2147483648"/>
            <pc:sldLayoutMk cId="3733172339" sldId="2147483665"/>
          </pc:sldLayoutMkLst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3733172339" sldId="2147483665"/>
              <ac:spMk id="2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3733172339" sldId="2147483665"/>
              <ac:spMk id="3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3733172339" sldId="2147483665"/>
              <ac:spMk id="4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3733172339" sldId="2147483665"/>
              <ac:spMk id="5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3733172339" sldId="2147483665"/>
              <ac:spMk id="6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3733172339" sldId="2147483665"/>
              <ac:spMk id="7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3733172339" sldId="2147483665"/>
              <ac:spMk id="8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3733172339" sldId="2147483665"/>
              <ac:spMk id="9" creationId="{00000000-0000-0000-0000-000000000000}"/>
            </ac:spMkLst>
          </pc:spChg>
        </pc:sldLayoutChg>
        <pc:sldLayoutChg chg="modSp del mod ord">
          <pc:chgData name="Brian Valachovic" userId="dba2a1228c35a6b5" providerId="Windows Live" clId="Web-{80817403-B470-2E16-A296-1790F6FEFB51}" dt="2026-08-03T02:18:10.445" v="1"/>
          <pc:sldLayoutMkLst>
            <pc:docMk/>
            <pc:sldMasterMk cId="0" sldId="2147483648"/>
            <pc:sldLayoutMk cId="3210312558" sldId="2147483666"/>
          </pc:sldLayoutMkLst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3210312558" sldId="2147483666"/>
              <ac:spMk id="2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3210312558" sldId="2147483666"/>
              <ac:spMk id="3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3210312558" sldId="2147483666"/>
              <ac:spMk id="4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3210312558" sldId="2147483666"/>
              <ac:spMk id="5" creationId="{00000000-0000-0000-0000-000000000000}"/>
            </ac:spMkLst>
          </pc:spChg>
        </pc:sldLayoutChg>
        <pc:sldLayoutChg chg="modSp del mod ord">
          <pc:chgData name="Brian Valachovic" userId="dba2a1228c35a6b5" providerId="Windows Live" clId="Web-{80817403-B470-2E16-A296-1790F6FEFB51}" dt="2026-08-03T02:18:10.445" v="1"/>
          <pc:sldLayoutMkLst>
            <pc:docMk/>
            <pc:sldMasterMk cId="0" sldId="2147483648"/>
            <pc:sldLayoutMk cId="3146388984" sldId="2147483667"/>
          </pc:sldLayoutMkLst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3146388984" sldId="2147483667"/>
              <ac:spMk id="2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3146388984" sldId="2147483667"/>
              <ac:spMk id="3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3146388984" sldId="2147483667"/>
              <ac:spMk id="4" creationId="{00000000-0000-0000-0000-000000000000}"/>
            </ac:spMkLst>
          </pc:spChg>
        </pc:sldLayoutChg>
        <pc:sldLayoutChg chg="modSp del mod ord">
          <pc:chgData name="Brian Valachovic" userId="dba2a1228c35a6b5" providerId="Windows Live" clId="Web-{80817403-B470-2E16-A296-1790F6FEFB51}" dt="2026-08-03T02:18:10.445" v="1"/>
          <pc:sldLayoutMkLst>
            <pc:docMk/>
            <pc:sldMasterMk cId="0" sldId="2147483648"/>
            <pc:sldLayoutMk cId="3171841454" sldId="2147483668"/>
          </pc:sldLayoutMkLst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3171841454" sldId="2147483668"/>
              <ac:spMk id="2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3171841454" sldId="2147483668"/>
              <ac:spMk id="3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3171841454" sldId="2147483668"/>
              <ac:spMk id="4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3171841454" sldId="2147483668"/>
              <ac:spMk id="5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3171841454" sldId="2147483668"/>
              <ac:spMk id="6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3171841454" sldId="2147483668"/>
              <ac:spMk id="7" creationId="{00000000-0000-0000-0000-000000000000}"/>
            </ac:spMkLst>
          </pc:spChg>
        </pc:sldLayoutChg>
        <pc:sldLayoutChg chg="modSp del mod ord">
          <pc:chgData name="Brian Valachovic" userId="dba2a1228c35a6b5" providerId="Windows Live" clId="Web-{80817403-B470-2E16-A296-1790F6FEFB51}" dt="2026-08-03T02:18:10.445" v="1"/>
          <pc:sldLayoutMkLst>
            <pc:docMk/>
            <pc:sldMasterMk cId="0" sldId="2147483648"/>
            <pc:sldLayoutMk cId="1718958274" sldId="2147483669"/>
          </pc:sldLayoutMkLst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1718958274" sldId="2147483669"/>
              <ac:spMk id="2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1718958274" sldId="2147483669"/>
              <ac:spMk id="3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1718958274" sldId="2147483669"/>
              <ac:spMk id="4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1718958274" sldId="2147483669"/>
              <ac:spMk id="5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1718958274" sldId="2147483669"/>
              <ac:spMk id="6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1718958274" sldId="2147483669"/>
              <ac:spMk id="7" creationId="{00000000-0000-0000-0000-000000000000}"/>
            </ac:spMkLst>
          </pc:spChg>
        </pc:sldLayoutChg>
        <pc:sldLayoutChg chg="modSp del mod ord">
          <pc:chgData name="Brian Valachovic" userId="dba2a1228c35a6b5" providerId="Windows Live" clId="Web-{80817403-B470-2E16-A296-1790F6FEFB51}" dt="2026-08-03T02:18:10.445" v="1"/>
          <pc:sldLayoutMkLst>
            <pc:docMk/>
            <pc:sldMasterMk cId="0" sldId="2147483648"/>
            <pc:sldLayoutMk cId="2202905451" sldId="2147483670"/>
          </pc:sldLayoutMkLst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2202905451" sldId="2147483670"/>
              <ac:spMk id="2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2202905451" sldId="2147483670"/>
              <ac:spMk id="3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2202905451" sldId="2147483670"/>
              <ac:spMk id="4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2202905451" sldId="2147483670"/>
              <ac:spMk id="5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2202905451" sldId="2147483670"/>
              <ac:spMk id="6" creationId="{00000000-0000-0000-0000-000000000000}"/>
            </ac:spMkLst>
          </pc:spChg>
        </pc:sldLayoutChg>
        <pc:sldLayoutChg chg="modSp del mod ord">
          <pc:chgData name="Brian Valachovic" userId="dba2a1228c35a6b5" providerId="Windows Live" clId="Web-{80817403-B470-2E16-A296-1790F6FEFB51}" dt="2026-08-03T02:18:10.445" v="1"/>
          <pc:sldLayoutMkLst>
            <pc:docMk/>
            <pc:sldMasterMk cId="0" sldId="2147483648"/>
            <pc:sldLayoutMk cId="3479445657" sldId="2147483671"/>
          </pc:sldLayoutMkLst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3479445657" sldId="2147483671"/>
              <ac:spMk id="2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3479445657" sldId="2147483671"/>
              <ac:spMk id="3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3479445657" sldId="2147483671"/>
              <ac:spMk id="4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3479445657" sldId="2147483671"/>
              <ac:spMk id="5" creationId="{00000000-0000-0000-0000-000000000000}"/>
            </ac:spMkLst>
          </pc:spChg>
          <pc:spChg chg="mod">
            <ac:chgData name="Brian Valachovic" userId="dba2a1228c35a6b5" providerId="Windows Live" clId="Web-{80817403-B470-2E16-A296-1790F6FEFB51}" dt="2026-08-03T02:18:10.445" v="1"/>
            <ac:spMkLst>
              <pc:docMk/>
              <pc:sldMasterMk cId="0" sldId="2147483648"/>
              <pc:sldLayoutMk cId="3479445657" sldId="2147483671"/>
              <ac:spMk id="6" creationId="{00000000-0000-0000-0000-000000000000}"/>
            </ac:spMkLst>
          </pc:spChg>
        </pc:sldLayoutChg>
      </pc:sldMasterChg>
      <pc:sldMasterChg chg="del sldLayoutOrd">
        <pc:chgData name="Brian Valachovic" userId="dba2a1228c35a6b5" providerId="Windows Live" clId="Web-{80817403-B470-2E16-A296-1790F6FEFB51}" dt="2026-08-03T02:18:10.445" v="1"/>
        <pc:sldMasterMkLst>
          <pc:docMk/>
          <pc:sldMasterMk cId="2460954070" sldId="2147483660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mic panel of a gleaming car manufacturing plant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Darkening 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B">
              <a:alpha val="5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34440"/>
            <a:ext cx="128016" cy="2331720"/>
          </a:xfrm>
          <a:prstGeom prst="rect">
            <a:avLst/>
          </a:prstGeom>
          <a:solidFill>
            <a:srgbClr val="F5C2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188720"/>
            <a:ext cx="7498080" cy="1828800"/>
          </a:xfrm>
          <a:prstGeom prst="rect">
            <a:avLst/>
          </a:prstGeom>
          <a:noFill/>
          <a:ln/>
          <a:effectLst>
            <a:outerShdw blurRad="101600" dist="38100" dir="8100000" algn="bl" rotWithShape="0">
              <a:srgbClr val="0000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ENGINE</a:t>
            </a:r>
            <a:endParaRPr lang="en-US" sz="48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AND THE CAR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868680" y="3108960"/>
            <a:ext cx="6949440" cy="548640"/>
          </a:xfrm>
          <a:prstGeom prst="rect">
            <a:avLst/>
          </a:prstGeom>
          <a:noFill/>
          <a:ln/>
          <a:effectLst>
            <a:outerShdw blurRad="76200" dist="25400" dir="8100000" algn="bl" rotWithShape="0">
              <a:srgbClr val="000000">
                <a:alpha val="7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modernization stalls when the engine ships incomplete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mic panel of proud engineers around a glowing new engine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aption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364992"/>
            <a:ext cx="5852160" cy="1389888"/>
          </a:xfrm>
          <a:prstGeom prst="rect">
            <a:avLst/>
          </a:prstGeom>
          <a:solidFill>
            <a:srgbClr val="FBF3DC"/>
          </a:solidFill>
          <a:ln w="38100">
            <a:solidFill>
              <a:srgbClr val="0B0B0B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" name="Caption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364992"/>
            <a:ext cx="5852160" cy="73152"/>
          </a:xfrm>
          <a:prstGeom prst="rect">
            <a:avLst/>
          </a:prstGeom>
          <a:solidFill>
            <a:srgbClr val="F5C2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352958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7C8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ENGINE TEAM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13232" y="3877056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built the safest engine the company has ever made. Okta. Every car must run it by fall.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0" y="4498848"/>
            <a:ext cx="640080" cy="365760"/>
          </a:xfrm>
          <a:prstGeom prst="rect">
            <a:avLst/>
          </a:prstGeom>
          <a:noFill/>
          <a:ln/>
          <a:effectLst>
            <a:outerShdw blurRad="76200" dist="25400" dir="8100000" algn="bl" rotWithShape="0">
              <a:srgbClr val="000000">
                <a:alpha val="7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F5C2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mic panel of an engine with an empty component socket glowing red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aption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364992"/>
            <a:ext cx="5852160" cy="1389888"/>
          </a:xfrm>
          <a:prstGeom prst="rect">
            <a:avLst/>
          </a:prstGeom>
          <a:solidFill>
            <a:srgbClr val="FBF3DC"/>
          </a:solidFill>
          <a:ln w="38100">
            <a:solidFill>
              <a:srgbClr val="0B0B0B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" name="Caption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364992"/>
            <a:ext cx="5852160" cy="73152"/>
          </a:xfrm>
          <a:prstGeom prst="rect">
            <a:avLst/>
          </a:prstGeom>
          <a:solidFill>
            <a:srgbClr val="F5C2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352958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7C8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BUT...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13232" y="3877056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 arrived missing a critical component: authorization.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0" y="4498848"/>
            <a:ext cx="640080" cy="365760"/>
          </a:xfrm>
          <a:prstGeom prst="rect">
            <a:avLst/>
          </a:prstGeom>
          <a:noFill/>
          <a:ln/>
          <a:effectLst>
            <a:outerShdw blurRad="76200" dist="25400" dir="8100000" algn="bl" rotWithShape="0">
              <a:srgbClr val="000000">
                <a:alpha val="7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F5C2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mic panel of veteran mechanics building a car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aption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090672"/>
            <a:ext cx="5852160" cy="1664208"/>
          </a:xfrm>
          <a:prstGeom prst="rect">
            <a:avLst/>
          </a:prstGeom>
          <a:solidFill>
            <a:srgbClr val="FBF3DC"/>
          </a:solidFill>
          <a:ln w="38100">
            <a:solidFill>
              <a:srgbClr val="0B0B0B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" name="Caption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090672"/>
            <a:ext cx="5852160" cy="73152"/>
          </a:xfrm>
          <a:prstGeom prst="rect">
            <a:avLst/>
          </a:prstGeom>
          <a:solidFill>
            <a:srgbClr val="F5C2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325526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7C8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CAR TEAMS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13232" y="3602736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Tires. Steering. Suspension. Brilliant at everything outside the engine bay. The old engine always just worked.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0" y="4498848"/>
            <a:ext cx="640080" cy="365760"/>
          </a:xfrm>
          <a:prstGeom prst="rect">
            <a:avLst/>
          </a:prstGeom>
          <a:noFill/>
          <a:ln/>
          <a:effectLst>
            <a:outerShdw blurRad="76200" dist="25400" dir="8100000" algn="bl" rotWithShape="0">
              <a:srgbClr val="000000">
                <a:alpha val="7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F5C2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mic panel of mechanics improvising chaotic fixes on a car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aption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364992"/>
            <a:ext cx="5852160" cy="1389888"/>
          </a:xfrm>
          <a:prstGeom prst="rect">
            <a:avLst/>
          </a:prstGeom>
          <a:solidFill>
            <a:srgbClr val="FBF3DC"/>
          </a:solidFill>
          <a:ln w="38100">
            <a:solidFill>
              <a:srgbClr val="0B0B0B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" name="Caption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364992"/>
            <a:ext cx="5852160" cy="73152"/>
          </a:xfrm>
          <a:prstGeom prst="rect">
            <a:avLst/>
          </a:prstGeom>
          <a:solidFill>
            <a:srgbClr val="F5C2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352958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7C8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 THEY IMPROVISE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13232" y="3877056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Rewire the dashboard. Resize the wheels. Invent personas. Patch, glue, retrofit.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0" y="4498848"/>
            <a:ext cx="640080" cy="365760"/>
          </a:xfrm>
          <a:prstGeom prst="rect">
            <a:avLst/>
          </a:prstGeom>
          <a:noFill/>
          <a:ln/>
          <a:effectLst>
            <a:outerShdw blurRad="76200" dist="25400" dir="8100000" algn="bl" rotWithShape="0">
              <a:srgbClr val="000000">
                <a:alpha val="7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F5C2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mic panel of a padlocked car hood with mechanics looking away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aption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090672"/>
            <a:ext cx="5852160" cy="1664208"/>
          </a:xfrm>
          <a:prstGeom prst="rect">
            <a:avLst/>
          </a:prstGeom>
          <a:solidFill>
            <a:srgbClr val="FBF3DC"/>
          </a:solidFill>
          <a:ln w="38100">
            <a:solidFill>
              <a:srgbClr val="0B0B0B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" name="Caption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090672"/>
            <a:ext cx="5852160" cy="73152"/>
          </a:xfrm>
          <a:prstGeom prst="rect">
            <a:avLst/>
          </a:prstGeom>
          <a:solidFill>
            <a:srgbClr val="F5C2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325526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7C8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NOBODY POPS THE HOOD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13232" y="3602736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the culture taught them the only acceptable answer is motion. Never “stop.” Never “this isn’t our domain.”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0" y="4498848"/>
            <a:ext cx="640080" cy="365760"/>
          </a:xfrm>
          <a:prstGeom prst="rect">
            <a:avLst/>
          </a:prstGeom>
          <a:noFill/>
          <a:ln/>
          <a:effectLst>
            <a:outerShdw blurRad="76200" dist="25400" dir="8100000" algn="bl" rotWithShape="0">
              <a:srgbClr val="000000">
                <a:alpha val="7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F5C2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mic panel of workers pushing a car down a road while an executive watches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aption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364992"/>
            <a:ext cx="5852160" cy="1389888"/>
          </a:xfrm>
          <a:prstGeom prst="rect">
            <a:avLst/>
          </a:prstGeom>
          <a:solidFill>
            <a:srgbClr val="FBF3DC"/>
          </a:solidFill>
          <a:ln w="38100">
            <a:solidFill>
              <a:srgbClr val="0B0B0B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" name="Caption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364992"/>
            <a:ext cx="5852160" cy="73152"/>
          </a:xfrm>
          <a:prstGeom prst="rect">
            <a:avLst/>
          </a:prstGeom>
          <a:solidFill>
            <a:srgbClr val="F5C2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352958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7C8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SHOW PROGRESS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13232" y="3877056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they push the car downhill, and leadership sees movement.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0" y="4498848"/>
            <a:ext cx="640080" cy="365760"/>
          </a:xfrm>
          <a:prstGeom prst="rect">
            <a:avLst/>
          </a:prstGeom>
          <a:noFill/>
          <a:ln/>
          <a:effectLst>
            <a:outerShdw blurRad="76200" dist="25400" dir="8100000" algn="bl" rotWithShape="0">
              <a:srgbClr val="000000">
                <a:alpha val="7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F5C2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mic panel of mechanics fighting fires around a broken-down car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aption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364992"/>
            <a:ext cx="5852160" cy="1389888"/>
          </a:xfrm>
          <a:prstGeom prst="rect">
            <a:avLst/>
          </a:prstGeom>
          <a:solidFill>
            <a:srgbClr val="FBF3DC"/>
          </a:solidFill>
          <a:ln w="38100">
            <a:solidFill>
              <a:srgbClr val="0B0B0B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" name="Caption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364992"/>
            <a:ext cx="5852160" cy="73152"/>
          </a:xfrm>
          <a:prstGeom prst="rect">
            <a:avLst/>
          </a:prstGeom>
          <a:solidFill>
            <a:srgbClr val="F5C2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352958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7C8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RESULT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13232" y="3877056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Cars that move only when pushed. Slow, fragile, and always on fire.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0" y="4498848"/>
            <a:ext cx="640080" cy="365760"/>
          </a:xfrm>
          <a:prstGeom prst="rect">
            <a:avLst/>
          </a:prstGeom>
          <a:noFill/>
          <a:ln/>
          <a:effectLst>
            <a:outerShdw blurRad="76200" dist="25400" dir="8100000" algn="bl" rotWithShape="0">
              <a:srgbClr val="000000">
                <a:alpha val="7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F5C2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mic panel of an engineer calling a halt while colleagues applaud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aption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090672"/>
            <a:ext cx="5852160" cy="1664208"/>
          </a:xfrm>
          <a:prstGeom prst="rect">
            <a:avLst/>
          </a:prstGeom>
          <a:solidFill>
            <a:srgbClr val="FBF3DC"/>
          </a:solidFill>
          <a:ln w="38100">
            <a:solidFill>
              <a:srgbClr val="0B0B0B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" name="Caption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090672"/>
            <a:ext cx="5852160" cy="73152"/>
          </a:xfrm>
          <a:prstGeom prst="rect">
            <a:avLst/>
          </a:prstGeom>
          <a:solidFill>
            <a:srgbClr val="F5C2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325526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7C8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A TEAM FAILURE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13232" y="3602736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It’s a system failure. In healthy organizations, “this isn’t our expertise” is the moment everyone applauds.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0" y="4498848"/>
            <a:ext cx="640080" cy="365760"/>
          </a:xfrm>
          <a:prstGeom prst="rect">
            <a:avLst/>
          </a:prstGeom>
          <a:noFill/>
          <a:ln/>
          <a:effectLst>
            <a:outerShdw blurRad="76200" dist="25400" dir="8100000" algn="bl" rotWithShape="0">
              <a:srgbClr val="000000">
                <a:alpha val="7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F5C2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mic panel of a caped hero and mechanics opening a car hood in a burst of light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aption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364992"/>
            <a:ext cx="5852160" cy="1389888"/>
          </a:xfrm>
          <a:prstGeom prst="rect">
            <a:avLst/>
          </a:prstGeom>
          <a:solidFill>
            <a:srgbClr val="FBF3DC"/>
          </a:solidFill>
          <a:ln w="38100">
            <a:solidFill>
              <a:srgbClr val="0B0B0B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" name="Caption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364992"/>
            <a:ext cx="5852160" cy="73152"/>
          </a:xfrm>
          <a:prstGeom prst="rect">
            <a:avLst/>
          </a:prstGeom>
          <a:solidFill>
            <a:srgbClr val="F5C2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352958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7C8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 THE HERO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13232" y="3877056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joins the team, walks past the wheels, and pops the hood.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0" y="4498848"/>
            <a:ext cx="640080" cy="365760"/>
          </a:xfrm>
          <a:prstGeom prst="rect">
            <a:avLst/>
          </a:prstGeom>
          <a:noFill/>
          <a:ln/>
          <a:effectLst>
            <a:outerShdw blurRad="76200" dist="25400" dir="8100000" algn="bl" rotWithShape="0">
              <a:srgbClr val="000000">
                <a:alpha val="7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F5C2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mic panel of a finished car speeding down an open highway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aption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364992"/>
            <a:ext cx="5852160" cy="1389888"/>
          </a:xfrm>
          <a:prstGeom prst="rect">
            <a:avLst/>
          </a:prstGeom>
          <a:solidFill>
            <a:srgbClr val="FBF3DC"/>
          </a:solidFill>
          <a:ln w="38100">
            <a:solidFill>
              <a:srgbClr val="0B0B0B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" name="Caption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364992"/>
            <a:ext cx="5852160" cy="73152"/>
          </a:xfrm>
          <a:prstGeom prst="rect">
            <a:avLst/>
          </a:prstGeom>
          <a:solidFill>
            <a:srgbClr val="F5C2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352958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7C8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OPPORTUNITY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13232" y="3877056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the missing component. Stop pushing. Start driving.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0" y="4498848"/>
            <a:ext cx="640080" cy="365760"/>
          </a:xfrm>
          <a:prstGeom prst="rect">
            <a:avLst/>
          </a:prstGeom>
          <a:noFill/>
          <a:ln/>
          <a:effectLst>
            <a:outerShdw blurRad="76200" dist="25400" dir="8100000" algn="bl" rotWithShape="0">
              <a:srgbClr val="000000">
                <a:alpha val="7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F5C2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2026-08-03T02:04:49Z</dcterms:created>
  <dcterms:modified xsi:type="dcterms:W3CDTF">2026-08-03T02:18:13Z</dcterms:modified>
</cp:coreProperties>
</file>